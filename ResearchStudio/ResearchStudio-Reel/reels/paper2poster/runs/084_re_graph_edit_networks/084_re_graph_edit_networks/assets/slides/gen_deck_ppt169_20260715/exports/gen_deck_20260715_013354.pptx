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is a reproducibility study of Graph Edit Networks, a graph neural network output layer that predicts how a graph changes over time as a sequence of interpretable edits. The reproduction re-implements the model and re-tests the paper's four experimental claims.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Graph time-series prediction asks a model to forecast the next graph in a sequence, not just a label. Standard graph networks emit node or edge probabilities, which can't naturally express the structural operations that transform one graph into the next.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Graph Edit Networks close this gap by predicting an explicit, human-readable edit script. The original work claims it beats every baseline, reaches perfect accuracy on trees, and scales to large graphs, but those claims rest on briefly-described benchmarks, where independent reproduction adds value.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reproduction contributes four things: it re-runs the model and baseline to check each claim; it documents the synthetic data generators the paper omitted; it adds a cleaner setup separating training and test series; and it shows some benchmarks let the model win by memorising seen transitions.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graph edit network attaches to a standard GNN backbone and predicts a script of edits: insert, delete or replace a node, or insert or delete an edge. Applying them in sequence maps the current graph to the next. Training uses reference mappings from graph-edit-distance approximators, with two loss variants, hinge and cross-entropy, and edge-filtering for citation graphs.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Benchmarks span three families: dynamical graph systems like Edit Cycles, Degree Rules and Game of Life; tree systems for Boolean-formula simplification and Peano addition; and, for scaling, an arXiv citation network of about twenty-seven thousand papers yielding fifteen hundred sub-graphs up to nearly three thousand nodes.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Three of the four original claims hold: the model beats the variational-autoencoder baseline on every dynamical task, reaches near-perfect accuracy on trees, and its forward pass grows sub-quadratically. The fourth fails: backward passes were claimed to scale linearly, but the fitted exponent is clearly above one.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Two robustness checks: swapping the ad-hoc initialisation for Erdős–Rényi and configuration-model generators barely changes any metric, and adding a proper held-out test set lowers scores slightly. But a deeper diagnostic finds the tree generators mostly produce unsimplifiable trees, only thirteen percent of Boolean and twenty-six percent of Peano samples are usable, undercutting those tasks.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verdict is nuanced: Graph Edit Networks are reproducible, elegant and interpretable, and most claims hold. But one scaling claim is wrong, backward passes are super-linear, and several benchmarks reward memorising seen transitions rather than genuine generalisation.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en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en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217b7c7bd6d94d5.png"/><Relationship Id="rId3" Type="http://schemas.openxmlformats.org/officeDocument/2006/relationships/image" Target="../media/image_feace340f887cc1f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23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C">
                    <a:alpha val="90000"/>
                  </a:srgbClr>
                </a:gs>
                <a:gs pos="100000">
                  <a:srgbClr val="0F2238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20175" y="1019175"/>
              <a:ext cx="2152650" cy="1485900"/>
              <a:chOff x="9020175" y="1019175"/>
              <a:chExt cx="2152650" cy="1485900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9144000" y="1143000"/>
                <a:ext cx="1143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85750">
                    <a:moveTo>
                      <a:pt x="0" y="285750"/>
                    </a:move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chemeClr val="accent3">
                    <a:alpha val="50000"/>
                  </a:scheme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9144000" y="1428750"/>
                <a:ext cx="666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00">
                    <a:moveTo>
                      <a:pt x="0" y="0"/>
                    </a:moveTo>
                    <a:lnTo>
                      <a:pt x="666750" y="952500"/>
                    </a:lnTo>
                  </a:path>
                </a:pathLst>
              </a:custGeom>
              <a:noFill/>
              <a:ln w="19050">
                <a:solidFill>
                  <a:schemeClr val="accent3">
                    <a:alpha val="50000"/>
                  </a:schemeClr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10287000" y="1143000"/>
                <a:ext cx="762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857250">
                    <a:moveTo>
                      <a:pt x="0" y="0"/>
                    </a:moveTo>
                    <a:lnTo>
                      <a:pt x="762000" y="857250"/>
                    </a:lnTo>
                  </a:path>
                </a:pathLst>
              </a:custGeom>
              <a:noFill/>
              <a:ln w="19050">
                <a:solidFill>
                  <a:schemeClr val="accent3">
                    <a:alpha val="50000"/>
                  </a:schemeClr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9810750" y="2000250"/>
                <a:ext cx="1238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381000">
                    <a:moveTo>
                      <a:pt x="0" y="381000"/>
                    </a:moveTo>
                    <a:lnTo>
                      <a:pt x="1238250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50000"/>
                  </a:schemeClr>
                </a:solidFill>
                <a:custDash>
                  <a:ds d="250000" sp="250000"/>
                </a:custDash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020175" y="1304925"/>
                <a:ext cx="247650" cy="24765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63175" y="1019175"/>
                <a:ext cx="247650" cy="24765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686925" y="2257425"/>
                <a:ext cx="247650" cy="24765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925175" y="1876425"/>
                <a:ext cx="247650" cy="2476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742950" y="2266950"/>
            <a:ext cx="8017353" cy="1757934"/>
            <a:chOff x="742950" y="2266950"/>
            <a:chExt cx="8017353" cy="1757934"/>
          </a:xfrm>
        </p:grpSpPr>
        <p:sp>
          <p:nvSpPr>
            <p:cNvPr id="14" name="Rectangle 14"/>
            <p:cNvSpPr/>
            <p:nvPr/>
          </p:nvSpPr>
          <p:spPr>
            <a:xfrm>
              <a:off x="762000" y="2266950"/>
              <a:ext cx="6858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950" y="2646045"/>
              <a:ext cx="695529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[Re] Graph Edit Networks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856" y="3348990"/>
              <a:ext cx="7926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A reproducibility study of a graph-neural-network output layer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856" y="3672840"/>
              <a:ext cx="8007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that predicts graph change as a sequence of interpretable edits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4476750"/>
            <a:ext cx="6858000" cy="876300"/>
            <a:chOff x="762000" y="4476750"/>
            <a:chExt cx="6858000" cy="876300"/>
          </a:xfrm>
        </p:grpSpPr>
        <p:sp>
          <p:nvSpPr>
            <p:cNvPr id="19" name="Rectangle 19"/>
            <p:cNvSpPr/>
            <p:nvPr/>
          </p:nvSpPr>
          <p:spPr>
            <a:xfrm>
              <a:off x="762000" y="4476750"/>
              <a:ext cx="6858000" cy="876300"/>
            </a:xfrm>
            <a:prstGeom prst="roundRect">
              <a:avLst>
                <a:gd name="adj" fmla="val 10870"/>
              </a:avLst>
            </a:prstGeom>
            <a:solidFill>
              <a:schemeClr val="accen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90600" y="470535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4445" y="47901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1061" y="4694396"/>
              <a:ext cx="45576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Re-implements the model and re-tests all four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31061" y="4951571"/>
              <a:ext cx="4018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experimental claims of the original paper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5523" y="5844064"/>
            <a:ext cx="4853704" cy="509492"/>
            <a:chOff x="755523" y="5844064"/>
            <a:chExt cx="4853704" cy="509492"/>
          </a:xfrm>
        </p:grpSpPr>
        <p:sp>
          <p:nvSpPr>
            <p:cNvPr id="25" name="TextBox 25"/>
            <p:cNvSpPr txBox="1"/>
            <p:nvPr/>
          </p:nvSpPr>
          <p:spPr>
            <a:xfrm>
              <a:off x="755523" y="5844064"/>
              <a:ext cx="4853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9FB2C6"/>
                  </a:solidFill>
                  <a:latin typeface="+mn-lt"/>
                  <a:ea typeface="+mn-ea"/>
                  <a:cs typeface="+mn-cs"/>
                </a:rPr>
                <a:t>Vid Stropnik · Maruša Oražem — University of Ljubljana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6118860"/>
              <a:ext cx="3966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ReScience C · 2022 · DOI 10.5281/zenodo.6574701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39300" y="685800"/>
            <a:ext cx="1866900" cy="5368861"/>
            <a:chOff x="9639300" y="685800"/>
            <a:chExt cx="1866900" cy="5368861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1556" y="685800"/>
              <a:ext cx="1589088" cy="600075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9639300" y="3848100"/>
              <a:ext cx="1866900" cy="1866900"/>
            </a:xfrm>
            <a:prstGeom prst="roundRect">
              <a:avLst>
                <a:gd name="adj" fmla="val 5102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5500" y="3924300"/>
              <a:ext cx="1714500" cy="17145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10071385" y="5849302"/>
              <a:ext cx="1002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9FB2C6"/>
                  </a:solidFill>
                  <a:latin typeface="+mn-lt"/>
                  <a:ea typeface="+mn-ea"/>
                  <a:cs typeface="+mn-cs"/>
                </a:rPr>
                <a:t>Scan for code</a:t>
              </a:r>
            </a:p>
          </p:txBody>
        </p:sp>
      </p:grpSp>
      <p:sp>
        <p:nvSpPr>
          <p:cNvPr id="33" name="cue_s01_c1_reproducibility_study_graph_edit_net" title="cue_s01_c1_reproducibility_study_graph_edit_net" descr="cue_s01_c1_reproducibility_study_graph_edit_net This is a reproducibility study of Graph Edit Networks, a graph neural network output layer that predicts how a graph changes over time as a sequence of interpretable edits."/>
          <p:cNvSpPr/>
          <p:nvPr/>
        </p:nvSpPr>
        <p:spPr>
          <a:xfrm>
            <a:off x="742492" y="2645816"/>
            <a:ext cx="6955536" cy="7619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1_c2_reproduction_re_implements_re_tests" title="cue_s01_c2_reproduction_re_implements_re_tests" descr="cue_s01_c2_reproduction_re_implements_re_tests The reproduction re-implements the model and re-tests the paper's four experimental claims."/>
          <p:cNvSpPr/>
          <p:nvPr/>
        </p:nvSpPr>
        <p:spPr>
          <a:xfrm>
            <a:off x="762000" y="4476902"/>
            <a:ext cx="6858000" cy="876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304457" cy="647414"/>
            <a:chOff x="609600" y="533400"/>
            <a:chExt cx="5304457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51070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Predicting how a graph evolves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32880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PROBLEM · GRAPH TIME-SERIES PREDICTION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428750"/>
            <a:ext cx="10972800" cy="1428750"/>
            <a:chOff x="609600" y="1428750"/>
            <a:chExt cx="10972800" cy="1428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1428750"/>
            </a:xfrm>
            <a:prstGeom prst="roundRect">
              <a:avLst>
                <a:gd name="adj" fmla="val 8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6394" y="1742122"/>
              <a:ext cx="76371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Forecast the next graph in a sequence — not just a label.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187892"/>
              <a:ext cx="6586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Given G₀, G₁, …, Gₜ, the model must predict the whole structure of Gₜ₊₁.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677150" y="2381250"/>
              <a:ext cx="2957855" cy="411289"/>
              <a:chOff x="7677150" y="2381250"/>
              <a:chExt cx="2957855" cy="411289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77150" y="25336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962900" y="23812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7905750" y="26670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7734300" y="2438400"/>
                <a:ext cx="2857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2400">
                    <a:moveTo>
                      <a:pt x="0" y="15240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7734300" y="2590800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0" y="0"/>
                    </a:moveTo>
                    <a:lnTo>
                      <a:pt x="228600" y="1333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373618" y="24698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8820150" y="25336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9105900" y="23812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048750" y="26670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8877300" y="2438400"/>
                <a:ext cx="2857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2400">
                    <a:moveTo>
                      <a:pt x="0" y="15240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8877300" y="2590800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0" y="0"/>
                    </a:moveTo>
                    <a:lnTo>
                      <a:pt x="228600" y="1333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9105900" y="2438400"/>
                <a:ext cx="571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0">
                    <a:moveTo>
                      <a:pt x="571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516618" y="24698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36480" y="2486025"/>
                <a:ext cx="6985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Gₜ₊₁ ?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09600" y="3200400"/>
            <a:ext cx="10972800" cy="2857500"/>
            <a:chOff x="609600" y="3200400"/>
            <a:chExt cx="109728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609600" y="3200400"/>
              <a:ext cx="5334000" cy="28575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680" y="3495675"/>
              <a:ext cx="3351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Standard graph neural networks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442" y="3854768"/>
              <a:ext cx="2473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Emit per-node and per-edge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442" y="410241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probabilities or labels.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" y="4552950"/>
              <a:ext cx="4800600" cy="49530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0323" y="4720114"/>
              <a:ext cx="1651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P(node), P(edge) 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204" y="5394960"/>
              <a:ext cx="2763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soft distribution, not an action.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200400"/>
              <a:ext cx="5334000" cy="2857500"/>
            </a:xfrm>
            <a:prstGeom prst="roundRect">
              <a:avLst>
                <a:gd name="adj" fmla="val 4000"/>
              </a:avLst>
            </a:prstGeom>
            <a:solidFill>
              <a:srgbClr val="FBEBEB"/>
            </a:solidFill>
            <a:ln w="14288">
              <a:solidFill>
                <a:srgbClr val="C6282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7480" y="3495675"/>
              <a:ext cx="2058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The missing piece 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8242" y="3854768"/>
              <a:ext cx="3045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They cannot naturally express the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8242" y="4102418"/>
              <a:ext cx="3421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structural operations that transform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4350068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graph into the next: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8242" y="4769168"/>
              <a:ext cx="2780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insert a node · delete an edge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8242" y="5035868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relabel a vertex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521291"/>
              <a:ext cx="28168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§1 Introduction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09</a:t>
              </a:r>
            </a:p>
          </p:txBody>
        </p:sp>
      </p:grpSp>
      <p:sp>
        <p:nvSpPr>
          <p:cNvPr id="43" name="cue_s02_c1_graph_time_series_prediction_asks_fo" title="cue_s02_c1_graph_time_series_prediction_asks_fo" descr="cue_s02_c1_graph_time_series_prediction_asks_fo Graph time-series prediction asks a model to forecast the next graph in a sequence, not just a label."/>
          <p:cNvSpPr/>
          <p:nvPr/>
        </p:nvSpPr>
        <p:spPr>
          <a:xfrm>
            <a:off x="609600" y="1428521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2_c2_standard_graph_networks_emit_node" title="cue_s02_c2_standard_graph_networks_emit_node" descr="cue_s02_c2_standard_graph_networks_emit_node Standard graph networks emit node or edge probabilities, which can't naturally express the structural operations that transform one graph into the next."/>
          <p:cNvSpPr/>
          <p:nvPr/>
        </p:nvSpPr>
        <p:spPr>
          <a:xfrm>
            <a:off x="609600" y="3200628"/>
            <a:ext cx="10972800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898543" cy="647414"/>
            <a:chOff x="609600" y="533400"/>
            <a:chExt cx="5898543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57011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 elegant idea, on shaky evidence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2533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MOTIVATION · WHY REPRODUCE IT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428750"/>
            <a:ext cx="5334000" cy="4629150"/>
            <a:chOff x="609600" y="1428750"/>
            <a:chExt cx="5334000" cy="46291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34000" cy="4629150"/>
            </a:xfrm>
            <a:prstGeom prst="roundRect">
              <a:avLst>
                <a:gd name="adj" fmla="val 2469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07832"/>
              <a:ext cx="3911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Graph Edit Networks close the gap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064068"/>
              <a:ext cx="3191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 an explicit, human-readable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442" y="23117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edit script that rewrites the graph.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724150"/>
              <a:ext cx="4800600" cy="28575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9566" y="2953702"/>
              <a:ext cx="195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EDIT SCRIPT · Gₜ → Gₜ₊₁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7661" y="3332321"/>
              <a:ext cx="1237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insert node 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661" y="3694271"/>
              <a:ext cx="1715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62828"/>
                  </a:solidFill>
                  <a:latin typeface="Consolas"/>
                  <a:ea typeface="Consolas"/>
                  <a:cs typeface="Consolas"/>
                </a:rPr>
                <a:t>delete edge (a, b)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7661" y="4056221"/>
              <a:ext cx="1505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replace lbl u → 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661" y="4418171"/>
              <a:ext cx="1715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insert edge (v, c)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8804" y="5013960"/>
              <a:ext cx="289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Interpretable — you can read exactly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5223510"/>
              <a:ext cx="1958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the model changed.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1428750"/>
            <a:ext cx="5334000" cy="4629150"/>
            <a:chOff x="6248400" y="1428750"/>
            <a:chExt cx="5334000" cy="46291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428750"/>
              <a:ext cx="5334000" cy="4629150"/>
            </a:xfrm>
            <a:prstGeom prst="roundRect">
              <a:avLst>
                <a:gd name="adj" fmla="val 246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7480" y="1724025"/>
              <a:ext cx="3679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original paper's headline claims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43675" y="22764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8249" y="2336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8292" y="2311718"/>
              <a:ext cx="2909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Beats every baseline on all tasks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43675" y="28098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8249" y="2869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08292" y="2845118"/>
              <a:ext cx="3127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Perfect accuracy on tree problems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43675" y="33432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8249" y="3402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08292" y="3378518"/>
              <a:ext cx="2991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Scales to large real-world graphs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15100" y="3905250"/>
              <a:ext cx="4800600" cy="1866900"/>
            </a:xfrm>
            <a:prstGeom prst="roundRect">
              <a:avLst>
                <a:gd name="adj" fmla="val 5102"/>
              </a:avLst>
            </a:prstGeom>
            <a:solidFill>
              <a:srgbClr val="FBF0E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36842" y="4140518"/>
              <a:ext cx="2921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But these rest on custom, only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36842" y="4388168"/>
              <a:ext cx="2904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briefly-described benchmarks.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37223" y="4834414"/>
              <a:ext cx="3103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Strong results on under-documented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37223" y="5063014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setups are exactly where independent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7223" y="529161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reproduction adds the most value.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521291"/>
              <a:ext cx="22925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§1–§2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09</a:t>
              </a:r>
            </a:p>
          </p:txBody>
        </p:sp>
      </p:grpSp>
      <p:sp>
        <p:nvSpPr>
          <p:cNvPr id="40" name="cue_s03_c1_graph_edit_networks_close_gap" title="cue_s03_c1_graph_edit_networks_close_gap" descr="cue_s03_c1_graph_edit_networks_close_gap Graph Edit Networks close this gap by predicting an explicit, human-readable edit script."/>
          <p:cNvSpPr/>
          <p:nvPr/>
        </p:nvSpPr>
        <p:spPr>
          <a:xfrm>
            <a:off x="609600" y="1428521"/>
            <a:ext cx="5334000" cy="46291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3_c2_original_work_claims_beats_every" title="cue_s03_c2_original_work_claims_beats_every" descr="cue_s03_c2_original_work_claims_beats_every The original work claims it beats every baseline, reaches perfect accuracy on trees, and scales to large graphs, but those claims rest on briefly-described benchmarks, where independent reproduction adds value."/>
          <p:cNvSpPr/>
          <p:nvPr/>
        </p:nvSpPr>
        <p:spPr>
          <a:xfrm>
            <a:off x="6248399" y="1428521"/>
            <a:ext cx="5334000" cy="46291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914329" cy="647414"/>
            <a:chOff x="609600" y="533400"/>
            <a:chExt cx="4914329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47169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What this reproduction adds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230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CONTRIBUTION · FOUR FRONTS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1504950"/>
            <a:ext cx="10972800" cy="4400550"/>
            <a:chOff x="609600" y="1504950"/>
            <a:chExt cx="10972800" cy="44005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5334000" cy="211455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04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4870" y="1719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0630" y="1800225"/>
              <a:ext cx="1613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Re-run &amp; verify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823" y="2224564"/>
              <a:ext cx="32324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Re-implements the graph edit network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2453164"/>
              <a:ext cx="3183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its baseline, checking each of the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268176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four experimental claims directly.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48400" y="1504950"/>
              <a:ext cx="5334000" cy="211455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48400" y="1504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03670" y="1719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69430" y="1800225"/>
              <a:ext cx="26408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Document the generators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8623" y="2224564"/>
              <a:ext cx="3128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Provides the thorough description of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8623" y="2453164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synthetic data generators that the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8623" y="2681764"/>
              <a:ext cx="1968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original paper omitted.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3790950"/>
              <a:ext cx="5334000" cy="211455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790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870" y="4005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0630" y="4086225"/>
              <a:ext cx="1908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Cleaner evaluation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823" y="4510564"/>
              <a:ext cx="2879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Adds a risk-estimation setup that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823" y="4739164"/>
              <a:ext cx="312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properly separates training and 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823" y="4967764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series, and repeats the experiments.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3790950"/>
              <a:ext cx="5334000" cy="2114550"/>
            </a:xfrm>
            <a:prstGeom prst="roundRect">
              <a:avLst>
                <a:gd name="adj" fmla="val 5405"/>
              </a:avLst>
            </a:prstGeom>
            <a:solidFill>
              <a:srgbClr val="FBF0E9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3790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3670" y="4005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9430" y="4086225"/>
              <a:ext cx="2544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Critical benchmark audit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8623" y="4510564"/>
              <a:ext cx="2861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Shows several benchmarks let the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8623" y="4739164"/>
              <a:ext cx="3037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win by memorising transitions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8623" y="4967764"/>
              <a:ext cx="1693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 has already seen.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521291"/>
              <a:ext cx="27215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Contributions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09</a:t>
              </a:r>
            </a:p>
          </p:txBody>
        </p:sp>
      </p:grpSp>
      <p:sp>
        <p:nvSpPr>
          <p:cNvPr id="38" name="cue_s04_c1_reproduction_contributes_four_things" title="cue_s04_c1_reproduction_contributes_four_things" descr="cue_s04_c1_reproduction_contributes_four_things The reproduction contributes four things: it re-runs the model and baseline to check each claim; it documents the synthetic data generators the paper omitted; it adds a cleaner setup separating training and test series; and it shows some benchmarks let the mod"/>
          <p:cNvSpPr/>
          <p:nvPr/>
        </p:nvSpPr>
        <p:spPr>
          <a:xfrm>
            <a:off x="609600" y="1504645"/>
            <a:ext cx="10972800" cy="44007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38150"/>
            <a:ext cx="5525906" cy="647414"/>
            <a:chOff x="609600" y="438150"/>
            <a:chExt cx="5525906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4381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02920"/>
              <a:ext cx="53285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How a graph edit network works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894874"/>
              <a:ext cx="604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219200"/>
            <a:ext cx="10972800" cy="1390650"/>
            <a:chOff x="609600" y="1219200"/>
            <a:chExt cx="10972800" cy="1390650"/>
          </a:xfrm>
        </p:grpSpPr>
        <p:sp>
          <p:nvSpPr>
            <p:cNvPr id="6" name="Rectangle 6"/>
            <p:cNvSpPr/>
            <p:nvPr/>
          </p:nvSpPr>
          <p:spPr>
            <a:xfrm>
              <a:off x="609600" y="1219200"/>
              <a:ext cx="10972800" cy="1390650"/>
            </a:xfrm>
            <a:prstGeom prst="roundRect">
              <a:avLst>
                <a:gd name="adj" fmla="val 8219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061" y="1446371"/>
              <a:ext cx="102596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Attach to a standard GNN backbone — then, instead of scoring nodes or edges, predict a script of edits: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76300" y="1866900"/>
              <a:ext cx="9944100" cy="495300"/>
              <a:chOff x="876300" y="1866900"/>
              <a:chExt cx="9944100" cy="495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76300" y="1866900"/>
                <a:ext cx="18669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01194" y="2034064"/>
                <a:ext cx="10171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insert node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2895600" y="1866900"/>
                <a:ext cx="18669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lt1"/>
              </a:solidFill>
              <a:ln w="14288">
                <a:solidFill>
                  <a:srgbClr val="C62828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320494" y="2034064"/>
                <a:ext cx="10171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C62828"/>
                    </a:solidFill>
                    <a:latin typeface="+mn-lt"/>
                    <a:ea typeface="+mn-ea"/>
                    <a:cs typeface="+mn-cs"/>
                  </a:rPr>
                  <a:t>delete node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4914900" y="1866900"/>
                <a:ext cx="18669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lt1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290039" y="2034064"/>
                <a:ext cx="111662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replace node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934200" y="1866900"/>
                <a:ext cx="18669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359094" y="2034064"/>
                <a:ext cx="10171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insert edge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8953500" y="1866900"/>
                <a:ext cx="18669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lt1"/>
              </a:solidFill>
              <a:ln w="14288">
                <a:solidFill>
                  <a:srgbClr val="C62828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378394" y="2034064"/>
                <a:ext cx="10171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C62828"/>
                    </a:solidFill>
                    <a:latin typeface="+mn-lt"/>
                    <a:ea typeface="+mn-ea"/>
                    <a:cs typeface="+mn-cs"/>
                  </a:rPr>
                  <a:t>delete edge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09600" y="2781300"/>
            <a:ext cx="10972800" cy="1333500"/>
            <a:chOff x="609600" y="2781300"/>
            <a:chExt cx="109728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609600" y="2781300"/>
              <a:ext cx="10972800" cy="133350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90600" y="30670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74140" y="3228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11980" y="3525202"/>
              <a:ext cx="985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current 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9519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43250" y="3067050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3779" y="3253264"/>
              <a:ext cx="1344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GNN + edit head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30701" y="3525202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predict edit script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509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53150" y="3067050"/>
              <a:ext cx="2476500" cy="762000"/>
            </a:xfrm>
            <a:prstGeom prst="roundRect">
              <a:avLst>
                <a:gd name="adj" fmla="val 12500"/>
              </a:avLst>
            </a:prstGeom>
            <a:solidFill>
              <a:srgbClr val="FBF0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242" y="3253264"/>
              <a:ext cx="20303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apply edits in sequence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4047" y="3525202"/>
              <a:ext cx="1474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Markovian: Gₜ ⟶ Gₜ₊₁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549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53550" y="30670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13874" y="322897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Gₜ₊₁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1545" y="35252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next graph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286250"/>
            <a:ext cx="10972800" cy="1676400"/>
            <a:chOff x="609600" y="4286250"/>
            <a:chExt cx="10972800" cy="1676400"/>
          </a:xfrm>
        </p:grpSpPr>
        <p:sp>
          <p:nvSpPr>
            <p:cNvPr id="37" name="Rectangle 37"/>
            <p:cNvSpPr/>
            <p:nvPr/>
          </p:nvSpPr>
          <p:spPr>
            <a:xfrm>
              <a:off x="609600" y="4286250"/>
              <a:ext cx="10972800" cy="1676400"/>
            </a:xfrm>
            <a:prstGeom prst="roundRect">
              <a:avLst>
                <a:gd name="adj" fmla="val 681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9442" y="4521518"/>
              <a:ext cx="6231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Training signal: reference mappings between time-adjacent graphs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0204" y="4804410"/>
              <a:ext cx="5170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from graph-edit-distance approximators — exact GED is NP-hard.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6300" y="5143500"/>
              <a:ext cx="3200400" cy="628650"/>
            </a:xfrm>
            <a:prstGeom prst="roundRect">
              <a:avLst>
                <a:gd name="adj" fmla="val 12121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1085" y="5269706"/>
              <a:ext cx="137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Two loss variants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0704" y="5490210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adapted hinge · adapted cross-entropy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67200" y="5143500"/>
              <a:ext cx="6553200" cy="628650"/>
            </a:xfrm>
            <a:prstGeom prst="roundRect">
              <a:avLst>
                <a:gd name="adj" fmla="val 12121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451985" y="5269706"/>
              <a:ext cx="2969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Edge-filtering (large citation graphs)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51604" y="549021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caps how many edge edits each node may propose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578441"/>
              <a:ext cx="25316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§2 Method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09</a:t>
              </a:r>
            </a:p>
          </p:txBody>
        </p:sp>
      </p:grpSp>
      <p:sp>
        <p:nvSpPr>
          <p:cNvPr id="50" name="cue_s05_c1_graph_edit_network_attaches_standard" title="cue_s05_c1_graph_edit_network_attaches_standard" descr="cue_s05_c1_graph_edit_network_attaches_standard A graph edit network attaches to a standard GNN backbone and predicts a script of edits: insert, delete or replace a node, or insert or delete an edge."/>
          <p:cNvSpPr/>
          <p:nvPr/>
        </p:nvSpPr>
        <p:spPr>
          <a:xfrm>
            <a:off x="609600" y="1219352"/>
            <a:ext cx="10972800" cy="13908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2_applying_them_sequence_maps_current" title="cue_s05_c2_applying_them_sequence_maps_current" descr="cue_s05_c2_applying_them_sequence_maps_current Applying them in sequence maps the current graph to the next."/>
          <p:cNvSpPr/>
          <p:nvPr/>
        </p:nvSpPr>
        <p:spPr>
          <a:xfrm>
            <a:off x="609600" y="2781604"/>
            <a:ext cx="109728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5_c3_reference_mappings_graph_edit_distan" title="cue_s05_c3_reference_mappings_graph_edit_distan" descr="cue_s05_c3_reference_mappings_graph_edit_distan Training uses reference mappings from graph-edit-distance approximators, with two loss variants, hinge and cross-entropy, and edge-filtering for citation graphs."/>
          <p:cNvSpPr/>
          <p:nvPr/>
        </p:nvSpPr>
        <p:spPr>
          <a:xfrm>
            <a:off x="609600" y="4286250"/>
            <a:ext cx="109728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083892" cy="647414"/>
            <a:chOff x="609600" y="533400"/>
            <a:chExt cx="5083892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48865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 families of benchmarks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1687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DATASET / BENCHMARK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1504950"/>
            <a:ext cx="10972800" cy="4495800"/>
            <a:chOff x="609600" y="1504950"/>
            <a:chExt cx="10972800" cy="44958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3429000" cy="44958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04950"/>
              <a:ext cx="3429000" cy="666750"/>
            </a:xfrm>
            <a:prstGeom prst="roundRect">
              <a:avLst>
                <a:gd name="adj" fmla="val 1714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866900"/>
              <a:ext cx="34290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1762125"/>
              <a:ext cx="1771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Dynamical graphs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396014"/>
              <a:ext cx="1784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 evolving graphs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864168"/>
              <a:ext cx="1189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019" indent="-153019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 Cycles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226118"/>
              <a:ext cx="1342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019" indent="-153019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Degree Rules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588068"/>
              <a:ext cx="1574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019" indent="-153019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Conway's Game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835718"/>
              <a:ext cx="1451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of Life process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1504950"/>
              <a:ext cx="3429000" cy="44958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504950"/>
              <a:ext cx="3429000" cy="666750"/>
            </a:xfrm>
            <a:prstGeom prst="roundRect">
              <a:avLst>
                <a:gd name="adj" fmla="val 1714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81500" y="1866900"/>
              <a:ext cx="3429000" cy="30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02480" y="1762125"/>
              <a:ext cx="1411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Tree systems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3623" y="2396014"/>
              <a:ext cx="24056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Trees, richer one-hot attrs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3242" y="2864168"/>
              <a:ext cx="1752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019" indent="-153019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Boolean Formulae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3111818"/>
              <a:ext cx="1282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simplification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3242" y="3473768"/>
              <a:ext cx="1498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019" indent="-153019">
                <a:buClr>
                  <a:schemeClr val="accent1"/>
                </a:buClr>
                <a:buSzTx/>
                <a:buFontTx/>
                <a:buChar char="•"/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Peano addition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1504950"/>
              <a:ext cx="3429000" cy="44958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504950"/>
              <a:ext cx="3429000" cy="666750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53400" y="1866900"/>
              <a:ext cx="34290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4380" y="1762125"/>
              <a:ext cx="185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Scaling: citations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5523" y="2396014"/>
              <a:ext cx="1819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arXiv hep-th network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0570" y="2767012"/>
              <a:ext cx="13427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≈ 27,000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5904" y="312801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papers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0570" y="3490912"/>
              <a:ext cx="8974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1,500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904" y="3851910"/>
              <a:ext cx="2096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rolling-window sub-graphs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5142" y="4311968"/>
              <a:ext cx="2236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→ ~3,000 nodes each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2104" y="5585460"/>
            <a:ext cx="9362910" cy="234696"/>
            <a:chOff x="832104" y="5585460"/>
            <a:chExt cx="9362910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832104" y="5585460"/>
              <a:ext cx="93629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reproduction documents every generator in detail and counts how many distinct graphs each can actually produce.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521291"/>
              <a:ext cx="2630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§3 Datasets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09</a:t>
              </a:r>
            </a:p>
          </p:txBody>
        </p:sp>
      </p:grpSp>
      <p:sp>
        <p:nvSpPr>
          <p:cNvPr id="39" name="cue_s06_c1_benchmarks_span_three_families_dynam" title="cue_s06_c1_benchmarks_span_three_families_dynam" descr="cue_s06_c1_benchmarks_span_three_families_dynam Benchmarks span three families: dynamical graph systems like Edit Cycles, Degree Rules and Game of Life; tree systems for Boolean-formula simplification and Peano addition; and, for scaling, an arXiv citation network of about twenty-seven thousand papers yield"/>
          <p:cNvSpPr/>
          <p:nvPr/>
        </p:nvSpPr>
        <p:spPr>
          <a:xfrm>
            <a:off x="609600" y="1504645"/>
            <a:ext cx="10972800" cy="4496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508905" cy="647414"/>
            <a:chOff x="609600" y="533400"/>
            <a:chExt cx="5508905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53115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 claims hold — one does not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19970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KEY RESULT · CLAIM AUDIT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504950"/>
            <a:ext cx="6553200" cy="4495800"/>
            <a:chOff x="609600" y="1504950"/>
            <a:chExt cx="6553200" cy="44958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6553200" cy="4495800"/>
            </a:xfrm>
            <a:prstGeom prst="roundRect">
              <a:avLst>
                <a:gd name="adj" fmla="val 2542"/>
              </a:avLst>
            </a:prstGeom>
            <a:solidFill>
              <a:srgbClr val="EAF6EE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156" y="1748790"/>
              <a:ext cx="2753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 / 4 claims confirmed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52500" y="2247900"/>
              <a:ext cx="3026171" cy="568928"/>
              <a:chOff x="952500" y="2247900"/>
              <a:chExt cx="3026171" cy="568928"/>
            </a:xfrm>
          </p:grpSpPr>
          <p:sp>
            <p:nvSpPr>
              <p:cNvPr id="8" name="Polygon 8"/>
              <p:cNvSpPr/>
              <p:nvPr/>
            </p:nvSpPr>
            <p:spPr>
              <a:xfrm>
                <a:off x="952500" y="22479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0561" y="2303621"/>
                <a:ext cx="221822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Beats the VAE baseline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41323" y="2567464"/>
                <a:ext cx="253734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every dynamical graph task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52500" y="3067050"/>
              <a:ext cx="3026171" cy="568928"/>
              <a:chOff x="952500" y="3067050"/>
              <a:chExt cx="3026171" cy="568928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952500" y="30670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40561" y="3122771"/>
                <a:ext cx="228935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Near-perfect accuracy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41323" y="3386614"/>
                <a:ext cx="253734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the tree-structured tasks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52500" y="3886200"/>
              <a:ext cx="3353567" cy="568928"/>
              <a:chOff x="952500" y="3886200"/>
              <a:chExt cx="3353567" cy="568928"/>
            </a:xfrm>
          </p:grpSpPr>
          <p:sp>
            <p:nvSpPr>
              <p:cNvPr id="16" name="Polygon 16"/>
              <p:cNvSpPr/>
              <p:nvPr/>
            </p:nvSpPr>
            <p:spPr>
              <a:xfrm>
                <a:off x="952500" y="38862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40561" y="3941921"/>
                <a:ext cx="22091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Forward-pass runtime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41323" y="4205764"/>
                <a:ext cx="28647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grows sub-quadratically with size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70204" y="5337810"/>
              <a:ext cx="3409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core method reproduces cleanly across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204" y="556641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 and forward-pass scaling.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391400" y="1504950"/>
            <a:ext cx="4191000" cy="4495800"/>
            <a:chOff x="7391400" y="1504950"/>
            <a:chExt cx="4191000" cy="4495800"/>
          </a:xfrm>
        </p:grpSpPr>
        <p:sp>
          <p:nvSpPr>
            <p:cNvPr id="23" name="Rectangle 23"/>
            <p:cNvSpPr/>
            <p:nvPr/>
          </p:nvSpPr>
          <p:spPr>
            <a:xfrm>
              <a:off x="7391400" y="1504950"/>
              <a:ext cx="4191000" cy="4495800"/>
            </a:xfrm>
            <a:prstGeom prst="roundRect">
              <a:avLst>
                <a:gd name="adj" fmla="val 2727"/>
              </a:avLst>
            </a:prstGeom>
            <a:solidFill>
              <a:srgbClr val="FBEBEB"/>
            </a:solidFill>
            <a:ln w="14288">
              <a:solidFill>
                <a:srgbClr val="C6282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48956" y="1748790"/>
              <a:ext cx="18477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Claim 4 fails 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51242" y="2178368"/>
              <a:ext cx="2119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Backward-pass scaling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52004" y="2461260"/>
              <a:ext cx="256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Reported: approximately linear.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58100" y="2781300"/>
              <a:ext cx="3657600" cy="1676400"/>
            </a:xfrm>
            <a:prstGeom prst="roundRect">
              <a:avLst>
                <a:gd name="adj" fmla="val 568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886700" y="42481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4288">
              <a:solidFill>
                <a:srgbClr val="8A94A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886700" y="29718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12763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8A94A1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886700" y="3390900"/>
              <a:ext cx="3067050" cy="857250"/>
            </a:xfrm>
            <a:custGeom>
              <a:avLst/>
              <a:gdLst/>
              <a:ahLst/>
              <a:cxnLst/>
              <a:rect l="l" t="t" r="r" b="b"/>
              <a:pathLst>
                <a:path w="3067050" h="857250">
                  <a:moveTo>
                    <a:pt x="0" y="857250"/>
                  </a:moveTo>
                  <a:lnTo>
                    <a:pt x="306705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40000" sp="200000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7886700" y="3048000"/>
              <a:ext cx="3067050" cy="1200150"/>
            </a:xfrm>
            <a:custGeom>
              <a:avLst/>
              <a:gdLst/>
              <a:ahLst/>
              <a:cxnLst/>
              <a:rect l="l" t="t" r="r" b="b"/>
              <a:pathLst>
                <a:path w="3067050" h="1200150">
                  <a:moveTo>
                    <a:pt x="0" y="1200150"/>
                  </a:moveTo>
                  <a:cubicBezTo>
                    <a:pt x="1155700" y="1098550"/>
                    <a:pt x="2178050" y="698500"/>
                    <a:pt x="3067050" y="0"/>
                  </a:cubicBezTo>
                </a:path>
              </a:pathLst>
            </a:custGeom>
            <a:noFill/>
            <a:ln w="28575">
              <a:solidFill>
                <a:srgbClr val="C6282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96297" y="3571399"/>
              <a:ext cx="1083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linear (claimed)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7547" y="3095149"/>
              <a:ext cx="1395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fitted: exponent &gt;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52004" y="4652010"/>
              <a:ext cx="2570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Fitted exponent well above 1 for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52004" y="4880610"/>
              <a:ext cx="1886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filtering scheme.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52004" y="5223510"/>
              <a:ext cx="2231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Sub-quadratic, but clearly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52004" y="5452110"/>
              <a:ext cx="2140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super-linear — not linear.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521291"/>
              <a:ext cx="25419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§4 Results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09</a:t>
              </a:r>
            </a:p>
          </p:txBody>
        </p:sp>
      </p:grpSp>
      <p:sp>
        <p:nvSpPr>
          <p:cNvPr id="42" name="cue_s07_c1_three_four_original_claims_hold" title="cue_s07_c1_three_four_original_claims_hold" descr="cue_s07_c1_three_four_original_claims_hold Three of the four original claims hold: the model beats the variational-autoencoder baseline on every dynamical task, reaches near-perfect accuracy on trees, and its forward pass grows sub-quadratically."/>
          <p:cNvSpPr/>
          <p:nvPr/>
        </p:nvSpPr>
        <p:spPr>
          <a:xfrm>
            <a:off x="609600" y="1504645"/>
            <a:ext cx="6553200" cy="4496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7_c2_fourth_fails_backward_passes_claimed" title="cue_s07_c2_fourth_fails_backward_passes_claimed" descr="cue_s07_c2_fourth_fails_backward_passes_claimed The fourth fails: backward passes were claimed to scale linearly, but the fitted exponent is clearly above one."/>
          <p:cNvSpPr/>
          <p:nvPr/>
        </p:nvSpPr>
        <p:spPr>
          <a:xfrm>
            <a:off x="7390790" y="1504645"/>
            <a:ext cx="4191609" cy="4496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38150"/>
            <a:ext cx="4915332" cy="647414"/>
            <a:chOff x="609600" y="438150"/>
            <a:chExt cx="4915332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4381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02920"/>
              <a:ext cx="471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How robust are the results?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894874"/>
              <a:ext cx="2372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ABLATION STUDY · ROBUSTNESS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219200"/>
            <a:ext cx="10972800" cy="2019300"/>
            <a:chOff x="609600" y="1219200"/>
            <a:chExt cx="10972800" cy="2019300"/>
          </a:xfrm>
        </p:grpSpPr>
        <p:sp>
          <p:nvSpPr>
            <p:cNvPr id="6" name="Rectangle 6"/>
            <p:cNvSpPr/>
            <p:nvPr/>
          </p:nvSpPr>
          <p:spPr>
            <a:xfrm>
              <a:off x="609600" y="1219200"/>
              <a:ext cx="5334000" cy="2019300"/>
            </a:xfrm>
            <a:prstGeom prst="roundRect">
              <a:avLst>
                <a:gd name="adj" fmla="val 5660"/>
              </a:avLst>
            </a:prstGeom>
            <a:solidFill>
              <a:srgbClr val="EAF6EE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442" y="1473518"/>
              <a:ext cx="3585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Check 1 · Swap the graph initialisation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1805464"/>
              <a:ext cx="31334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Ad-hoc random init → Erdős–Rényi and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823" y="2034064"/>
              <a:ext cx="2813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configuration-model generators.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400300"/>
              <a:ext cx="4800600" cy="609600"/>
            </a:xfrm>
            <a:prstGeom prst="roundRect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9942" y="2635568"/>
              <a:ext cx="3647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Barely moves any metric — within 0.05.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48400" y="1219200"/>
              <a:ext cx="5334000" cy="2019300"/>
            </a:xfrm>
            <a:prstGeom prst="roundRect">
              <a:avLst>
                <a:gd name="adj" fmla="val 5660"/>
              </a:avLst>
            </a:prstGeom>
            <a:solidFill>
              <a:srgbClr val="EAF6EE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08242" y="1473518"/>
              <a:ext cx="3262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Check 2 · Proper held-out test set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08623" y="1805464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unseen graphs, so the model is not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08623" y="2034064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scored on transitions seen in training.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15100" y="2400300"/>
              <a:ext cx="4800600" cy="609600"/>
            </a:xfrm>
            <a:prstGeom prst="roundRect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98742" y="2635568"/>
              <a:ext cx="241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Scores drop only slightly.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429000"/>
            <a:ext cx="10972800" cy="2533650"/>
            <a:chOff x="609600" y="3429000"/>
            <a:chExt cx="10972800" cy="2533650"/>
          </a:xfrm>
        </p:grpSpPr>
        <p:sp>
          <p:nvSpPr>
            <p:cNvPr id="19" name="Rectangle 19"/>
            <p:cNvSpPr/>
            <p:nvPr/>
          </p:nvSpPr>
          <p:spPr>
            <a:xfrm>
              <a:off x="609600" y="3429000"/>
              <a:ext cx="10972800" cy="2533650"/>
            </a:xfrm>
            <a:prstGeom prst="roundRect">
              <a:avLst>
                <a:gd name="adj" fmla="val 4511"/>
              </a:avLst>
            </a:prstGeom>
            <a:solidFill>
              <a:srgbClr val="FBEBEB"/>
            </a:solidFill>
            <a:ln w="14288">
              <a:solidFill>
                <a:srgbClr val="C6282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8680" y="3686175"/>
              <a:ext cx="6128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But a deeper diagnostic: the tree benchmarks are too easy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9823" y="4015264"/>
              <a:ext cx="9832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generators overwhelmingly produce trees that cannot be simplified at all — so few samples truly test the model.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442" y="4483418"/>
              <a:ext cx="4790114" cy="1006316"/>
              <a:chOff x="869442" y="4483418"/>
              <a:chExt cx="4790114" cy="1006316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69442" y="4483418"/>
                <a:ext cx="15998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Boolean Formulae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76300" y="4781550"/>
                <a:ext cx="4191000" cy="323850"/>
              </a:xfrm>
              <a:prstGeom prst="roundRect">
                <a:avLst>
                  <a:gd name="adj" fmla="val 17647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76300" y="4781550"/>
                <a:ext cx="542925" cy="323850"/>
              </a:xfrm>
              <a:prstGeom prst="roundRect">
                <a:avLst>
                  <a:gd name="adj" fmla="val 17647"/>
                </a:avLst>
              </a:pr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211318" y="4841558"/>
                <a:ext cx="4482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C62828"/>
                    </a:solidFill>
                    <a:latin typeface="+mn-lt"/>
                    <a:ea typeface="+mn-ea"/>
                    <a:cs typeface="+mn-cs"/>
                  </a:rPr>
                  <a:t>13%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0585" y="5269706"/>
                <a:ext cx="26424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of samples are usable (simplifiable)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08242" y="4483418"/>
              <a:ext cx="4790114" cy="1006316"/>
              <a:chOff x="6508242" y="4483418"/>
              <a:chExt cx="4790114" cy="100631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508242" y="4483418"/>
                <a:ext cx="13457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Peano addition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515100" y="4781550"/>
                <a:ext cx="4191000" cy="323850"/>
              </a:xfrm>
              <a:prstGeom prst="roundRect">
                <a:avLst>
                  <a:gd name="adj" fmla="val 17647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515100" y="4781550"/>
                <a:ext cx="1085850" cy="323850"/>
              </a:xfrm>
              <a:prstGeom prst="roundRect">
                <a:avLst>
                  <a:gd name="adj" fmla="val 1764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850118" y="4841558"/>
                <a:ext cx="4482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26%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09385" y="5269706"/>
                <a:ext cx="38486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of samples are usable — undercuts perfect accuracy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578441"/>
              <a:ext cx="34901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§4 Robustness &amp; diagnostics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09</a:t>
              </a:r>
            </a:p>
          </p:txBody>
        </p:sp>
      </p:grpSp>
      <p:sp>
        <p:nvSpPr>
          <p:cNvPr id="38" name="cue_s08_c1_two_robustness_checks_swapping_ad_ho" title="cue_s08_c1_two_robustness_checks_swapping_ad_ho" descr="cue_s08_c1_two_robustness_checks_swapping_ad_ho Two robustness checks: swapping the ad-hoc initialisation for Erdős–Rényi and configuration-model generators barely changes any metric, and adding a proper held-out test set lowers scores slightly."/>
          <p:cNvSpPr/>
          <p:nvPr/>
        </p:nvSpPr>
        <p:spPr>
          <a:xfrm>
            <a:off x="609600" y="1219352"/>
            <a:ext cx="10972800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8_c2_but_deeper_diagnostic_finds_tree" title="cue_s08_c2_but_deeper_diagnostic_finds_tree" descr="cue_s08_c2_but_deeper_diagnostic_finds_tree But a deeper diagnostic finds the tree generators mostly produce unsimplifiable trees, only thirteen percent of Boolean and twenty-six percent of Peano samples are usable, undercutting those tasks."/>
          <p:cNvSpPr/>
          <p:nvPr/>
        </p:nvSpPr>
        <p:spPr>
          <a:xfrm>
            <a:off x="609600" y="3429000"/>
            <a:ext cx="10972800" cy="25333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3913488" cy="647414"/>
            <a:chOff x="609600" y="533400"/>
            <a:chExt cx="3913488" cy="647414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7161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verdict is nuanced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90124"/>
              <a:ext cx="7578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47800"/>
            <a:ext cx="5334000" cy="3600450"/>
            <a:chOff x="609600" y="1447800"/>
            <a:chExt cx="5334000" cy="3600450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5334000" cy="3600450"/>
            </a:xfrm>
            <a:prstGeom prst="roundRect">
              <a:avLst>
                <a:gd name="adj" fmla="val 3175"/>
              </a:avLst>
            </a:prstGeom>
            <a:solidFill>
              <a:srgbClr val="EAF6EE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07832"/>
              <a:ext cx="1563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What holds up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952500" y="2114550"/>
              <a:ext cx="1732697" cy="410623"/>
              <a:chOff x="952500" y="2114550"/>
              <a:chExt cx="1732697" cy="410623"/>
            </a:xfrm>
          </p:grpSpPr>
          <p:sp>
            <p:nvSpPr>
              <p:cNvPr id="8" name="Polygon 8"/>
              <p:cNvSpPr/>
              <p:nvPr/>
            </p:nvSpPr>
            <p:spPr>
              <a:xfrm>
                <a:off x="952500" y="21145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0561" y="224647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Reproducible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52500" y="2647950"/>
              <a:ext cx="3017694" cy="410623"/>
              <a:chOff x="952500" y="2647950"/>
              <a:chExt cx="3017694" cy="410623"/>
            </a:xfrm>
          </p:grpSpPr>
          <p:sp>
            <p:nvSpPr>
              <p:cNvPr id="11" name="Polygon 11"/>
              <p:cNvSpPr/>
              <p:nvPr/>
            </p:nvSpPr>
            <p:spPr>
              <a:xfrm>
                <a:off x="952500" y="26479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0561" y="2779871"/>
                <a:ext cx="25296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Elegant and interpretable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52500" y="3181350"/>
              <a:ext cx="2897234" cy="410623"/>
              <a:chOff x="952500" y="3181350"/>
              <a:chExt cx="2897234" cy="410623"/>
            </a:xfrm>
          </p:grpSpPr>
          <p:sp>
            <p:nvSpPr>
              <p:cNvPr id="14" name="Polygon 14"/>
              <p:cNvSpPr/>
              <p:nvPr/>
            </p:nvSpPr>
            <p:spPr>
              <a:xfrm>
                <a:off x="952500" y="31813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209550"/>
                    </a:moveTo>
                    <a:lnTo>
                      <a:pt x="114300" y="342900"/>
                    </a:lnTo>
                    <a:lnTo>
                      <a:pt x="342900" y="57150"/>
                    </a:lnTo>
                    <a:lnTo>
                      <a:pt x="285750" y="0"/>
                    </a:lnTo>
                    <a:lnTo>
                      <a:pt x="104775" y="20955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440561" y="3313271"/>
                <a:ext cx="240917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Most original claims hold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69823" y="4053364"/>
              <a:ext cx="3318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elegant, interpretable architecture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9823" y="4281964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stands up to independent testing.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823" y="4643914"/>
              <a:ext cx="3404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detailed write-up of the generators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1447800"/>
            <a:ext cx="5334000" cy="3600450"/>
            <a:chOff x="6248400" y="1447800"/>
            <a:chExt cx="5334000" cy="36004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447800"/>
              <a:ext cx="5334000" cy="3600450"/>
            </a:xfrm>
            <a:prstGeom prst="roundRect">
              <a:avLst>
                <a:gd name="adj" fmla="val 3175"/>
              </a:avLst>
            </a:prstGeom>
            <a:solidFill>
              <a:srgbClr val="FBF0E9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6718" y="1707832"/>
              <a:ext cx="13771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caveats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15100" y="2133600"/>
              <a:ext cx="4800600" cy="1162050"/>
            </a:xfrm>
            <a:prstGeom prst="roundRect">
              <a:avLst>
                <a:gd name="adj" fmla="val 819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8742" y="2330768"/>
              <a:ext cx="2433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One scaling claim is wrong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9123" y="2624614"/>
              <a:ext cx="2965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Backward passes are super-linear,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9123" y="2853214"/>
              <a:ext cx="1977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linear as reported.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15100" y="3429000"/>
              <a:ext cx="4800600" cy="1390650"/>
            </a:xfrm>
            <a:prstGeom prst="roundRect">
              <a:avLst>
                <a:gd name="adj" fmla="val 684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8742" y="3626168"/>
              <a:ext cx="2920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Benchmarks reward memorising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9123" y="3920014"/>
              <a:ext cx="3223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Several let the model win by revisiting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9123" y="4148614"/>
              <a:ext cx="265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transitions it already learned 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123" y="4377214"/>
              <a:ext cx="2985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rather than genuinely generalising.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295900"/>
            <a:ext cx="10972800" cy="762000"/>
            <a:chOff x="609600" y="5295900"/>
            <a:chExt cx="10972800" cy="762000"/>
          </a:xfrm>
        </p:grpSpPr>
        <p:sp>
          <p:nvSpPr>
            <p:cNvPr id="33" name="Rectangle 33"/>
            <p:cNvSpPr/>
            <p:nvPr/>
          </p:nvSpPr>
          <p:spPr>
            <a:xfrm>
              <a:off x="609600" y="5295900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9442" y="5493068"/>
              <a:ext cx="917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authors call for more rigorous, practical evaluation of an otherwise promising architecture 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9442" y="5740718"/>
              <a:ext cx="9192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and their detailed documentation of the data generators is a lasting contribution in its own right.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521291"/>
            <a:ext cx="10982324" cy="161925"/>
            <a:chOff x="604838" y="6521291"/>
            <a:chExt cx="10982324" cy="161925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521291"/>
              <a:ext cx="25396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[Re] Graph Edit Networks · Conclusion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836" y="652129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09</a:t>
              </a:r>
            </a:p>
          </p:txBody>
        </p:sp>
      </p:grpSp>
      <p:sp>
        <p:nvSpPr>
          <p:cNvPr id="40" name="cue_s09_c1_verdict_nuanced_graph_edit_networks" title="cue_s09_c1_verdict_nuanced_graph_edit_networks" descr="cue_s09_c1_verdict_nuanced_graph_edit_networks The verdict is nuanced: Graph Edit Networks are reproducible, elegant and interpretable, and most claims hold."/>
          <p:cNvSpPr/>
          <p:nvPr/>
        </p:nvSpPr>
        <p:spPr>
          <a:xfrm>
            <a:off x="609600" y="1447723"/>
            <a:ext cx="5334000" cy="36004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9_c2_but_one_scaling_claim_wrong" title="cue_s09_c2_but_one_scaling_claim_wrong" descr="cue_s09_c2_but_one_scaling_claim_wrong But one scaling claim is wrong, backward passes are super-linear, and several benchmarks reward memorising seen transitions rather than genuine generalisation."/>
          <p:cNvSpPr/>
          <p:nvPr/>
        </p:nvSpPr>
        <p:spPr>
          <a:xfrm>
            <a:off x="6248399" y="1447723"/>
            <a:ext cx="5334000" cy="36004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en_deck">
  <a:themeElements>
    <a:clrScheme name="gen_deck">
      <a:dk1>
        <a:srgbClr val="1D2733"/>
      </a:dk1>
      <a:lt1>
        <a:srgbClr val="FFFFFF"/>
      </a:lt1>
      <a:dk2>
        <a:srgbClr val="5B6776"/>
      </a:dk2>
      <a:lt2>
        <a:srgbClr val="F4F7FA"/>
      </a:lt2>
      <a:accent1>
        <a:srgbClr val="16324F"/>
      </a:accent1>
      <a:accent2>
        <a:srgbClr val="E8743B"/>
      </a:accent2>
      <a:accent3>
        <a:srgbClr val="3E7CB1"/>
      </a:accent3>
      <a:accent4>
        <a:srgbClr val="D8DEE6"/>
      </a:accent4>
      <a:accent5>
        <a:srgbClr val="8A94A1"/>
      </a:accent5>
      <a:accent6>
        <a:srgbClr val="2E7D32"/>
      </a:accent6>
      <a:hlink>
        <a:srgbClr val="E8743B"/>
      </a:hlink>
      <a:folHlink>
        <a:srgbClr val="3E7CB1"/>
      </a:folHlink>
    </a:clrScheme>
    <a:fontScheme name="gen_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n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en_deck">
  <a:themeElements>
    <a:clrScheme name="gen_deck">
      <a:dk1>
        <a:srgbClr val="1D2733"/>
      </a:dk1>
      <a:lt1>
        <a:srgbClr val="FFFFFF"/>
      </a:lt1>
      <a:dk2>
        <a:srgbClr val="5B6776"/>
      </a:dk2>
      <a:lt2>
        <a:srgbClr val="F4F7FA"/>
      </a:lt2>
      <a:accent1>
        <a:srgbClr val="16324F"/>
      </a:accent1>
      <a:accent2>
        <a:srgbClr val="E8743B"/>
      </a:accent2>
      <a:accent3>
        <a:srgbClr val="3E7CB1"/>
      </a:accent3>
      <a:accent4>
        <a:srgbClr val="D8DEE6"/>
      </a:accent4>
      <a:accent5>
        <a:srgbClr val="8A94A1"/>
      </a:accent5>
      <a:accent6>
        <a:srgbClr val="2E7D32"/>
      </a:accent6>
      <a:hlink>
        <a:srgbClr val="E8743B"/>
      </a:hlink>
      <a:folHlink>
        <a:srgbClr val="3E7CB1"/>
      </a:folHlink>
    </a:clrScheme>
    <a:fontScheme name="gen_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n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2026-07-15T01:33:54Z</dcterms:created>
  <dcterms:modified xsi:type="dcterms:W3CDTF">2026-07-15T01:33:54Z</dcterms:modified>
  <cp:category/>
  <cp:contentStatus/>
</cp:coreProperties>
</file>